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5559ae7604157" /><Relationship Type="http://schemas.openxmlformats.org/officeDocument/2006/relationships/extended-properties" Target="/docProps/app.xml" Id="Rabd66d0d6fbb4767" /><Relationship Type="http://schemas.openxmlformats.org/officeDocument/2006/relationships/officeDocument" Target="/ppt/presentation.xml" Id="R4aed96b1c431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9ecc81cef444b"/>
  </p:sldMasterIdLst>
  <p:notesMasterIdLst>
    <p:notesMasterId xmlns:r="http://schemas.openxmlformats.org/officeDocument/2006/relationships" r:id="R75dd5183b0af48dc"/>
  </p:notesMasterIdLst>
  <p:sldIdLst>
    <p:sldId xmlns:r="http://schemas.openxmlformats.org/officeDocument/2006/relationships" id="256" r:id="Rf8e7ff63e1b94abd"/>
    <p:sldId xmlns:r="http://schemas.openxmlformats.org/officeDocument/2006/relationships" id="257" r:id="R61ff2d82fd9d4d49"/>
    <p:sldId xmlns:r="http://schemas.openxmlformats.org/officeDocument/2006/relationships" id="258" r:id="R3e4aaab2a8894a11"/>
    <p:sldId xmlns:r="http://schemas.openxmlformats.org/officeDocument/2006/relationships" id="259" r:id="R80ff6d9aae454e93"/>
    <p:sldId xmlns:r="http://schemas.openxmlformats.org/officeDocument/2006/relationships" id="260" r:id="Rf9e5ad44fee648cf"/>
    <p:sldId xmlns:r="http://schemas.openxmlformats.org/officeDocument/2006/relationships" id="261" r:id="Rc79675b51ada4eb3"/>
    <p:sldId xmlns:r="http://schemas.openxmlformats.org/officeDocument/2006/relationships" id="262" r:id="R23ff19147a99444f"/>
    <p:sldId xmlns:r="http://schemas.openxmlformats.org/officeDocument/2006/relationships" id="263" r:id="Rc4541889be7a4337"/>
    <p:sldId xmlns:r="http://schemas.openxmlformats.org/officeDocument/2006/relationships" id="264" r:id="R80feaba280c54e02"/>
    <p:sldId xmlns:r="http://schemas.openxmlformats.org/officeDocument/2006/relationships" id="265" r:id="R0d53769cfa6a4de1"/>
    <p:sldId xmlns:r="http://schemas.openxmlformats.org/officeDocument/2006/relationships" id="266" r:id="R1e682512a24044ed"/>
    <p:sldId xmlns:r="http://schemas.openxmlformats.org/officeDocument/2006/relationships" id="267" r:id="Rb798cce0c5244f30"/>
    <p:sldId xmlns:r="http://schemas.openxmlformats.org/officeDocument/2006/relationships" id="268" r:id="R7c3cb1d2343d4c4f"/>
    <p:sldId xmlns:r="http://schemas.openxmlformats.org/officeDocument/2006/relationships" id="269" r:id="R13b8f717c472497d"/>
    <p:sldId xmlns:r="http://schemas.openxmlformats.org/officeDocument/2006/relationships" id="270" r:id="R69314f7b64eb42fc"/>
    <p:sldId xmlns:r="http://schemas.openxmlformats.org/officeDocument/2006/relationships" id="271" r:id="R85275c8a031f416a"/>
    <p:sldId xmlns:r="http://schemas.openxmlformats.org/officeDocument/2006/relationships" id="272" r:id="R9e3567dd9d4b4e9f"/>
    <p:sldId xmlns:r="http://schemas.openxmlformats.org/officeDocument/2006/relationships" id="273" r:id="Ra1268a17dd684d7b"/>
    <p:sldId xmlns:r="http://schemas.openxmlformats.org/officeDocument/2006/relationships" id="274" r:id="R0018264af48d4b80"/>
    <p:sldId xmlns:r="http://schemas.openxmlformats.org/officeDocument/2006/relationships" id="275" r:id="Rcfcdaeb6556c4dd7"/>
    <p:sldId xmlns:r="http://schemas.openxmlformats.org/officeDocument/2006/relationships" id="276" r:id="Rf861784d949449c7"/>
    <p:sldId xmlns:r="http://schemas.openxmlformats.org/officeDocument/2006/relationships" id="277" r:id="Rc2d65e946b084dcd"/>
    <p:sldId xmlns:r="http://schemas.openxmlformats.org/officeDocument/2006/relationships" id="278" r:id="R5605ac8c6c4440e1"/>
    <p:sldId xmlns:r="http://schemas.openxmlformats.org/officeDocument/2006/relationships" id="279" r:id="Rf2e7dc025a264d1c"/>
    <p:sldId xmlns:r="http://schemas.openxmlformats.org/officeDocument/2006/relationships" id="280" r:id="Re6bbac8e2e984318"/>
    <p:sldId xmlns:r="http://schemas.openxmlformats.org/officeDocument/2006/relationships" id="281" r:id="R085befe2834e4879"/>
    <p:sldId xmlns:r="http://schemas.openxmlformats.org/officeDocument/2006/relationships" id="282" r:id="R85fb2934d9ab43ac"/>
    <p:sldId xmlns:r="http://schemas.openxmlformats.org/officeDocument/2006/relationships" id="283" r:id="R1bab8e3921ce486b"/>
    <p:sldId xmlns:r="http://schemas.openxmlformats.org/officeDocument/2006/relationships" id="284" r:id="Re0bffafca32a4b12"/>
    <p:sldId xmlns:r="http://schemas.openxmlformats.org/officeDocument/2006/relationships" id="285" r:id="R24194cc2d490468a"/>
    <p:sldId xmlns:r="http://schemas.openxmlformats.org/officeDocument/2006/relationships" id="286" r:id="Rb9b686027798488a"/>
    <p:sldId xmlns:r="http://schemas.openxmlformats.org/officeDocument/2006/relationships" id="287" r:id="R7a0a3c2206964a89"/>
    <p:sldId xmlns:r="http://schemas.openxmlformats.org/officeDocument/2006/relationships" id="288" r:id="R73825132a31942c7"/>
    <p:sldId xmlns:r="http://schemas.openxmlformats.org/officeDocument/2006/relationships" id="289" r:id="Rcc061301ffec4f9b"/>
    <p:sldId xmlns:r="http://schemas.openxmlformats.org/officeDocument/2006/relationships" id="290" r:id="R5f048cbfb7d349b4"/>
    <p:sldId xmlns:r="http://schemas.openxmlformats.org/officeDocument/2006/relationships" id="291" r:id="R6c040b919b424655"/>
    <p:sldId xmlns:r="http://schemas.openxmlformats.org/officeDocument/2006/relationships" id="292" r:id="Raccc16f9ff6a4d1f"/>
    <p:sldId xmlns:r="http://schemas.openxmlformats.org/officeDocument/2006/relationships" id="293" r:id="Rbb96748a5e344c72"/>
    <p:sldId xmlns:r="http://schemas.openxmlformats.org/officeDocument/2006/relationships" id="294" r:id="R93d5936dc51f4f92"/>
    <p:sldId xmlns:r="http://schemas.openxmlformats.org/officeDocument/2006/relationships" id="295" r:id="R0275aa55fe9f4a08"/>
    <p:sldId xmlns:r="http://schemas.openxmlformats.org/officeDocument/2006/relationships" id="296" r:id="Rb1ddf8ee366d4c0d"/>
    <p:sldId xmlns:r="http://schemas.openxmlformats.org/officeDocument/2006/relationships" id="297" r:id="R81800dfb2ee343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198c83b914e07" /><Relationship Type="http://schemas.openxmlformats.org/officeDocument/2006/relationships/slideMaster" Target="/ppt/slideMasters/slideMaster1.xml" Id="R7b49ecc81cef444b" /><Relationship Type="http://schemas.openxmlformats.org/officeDocument/2006/relationships/notesMaster" Target="/ppt/notesMasters/notesMaster1.xml" Id="R75dd5183b0af48dc" /><Relationship Type="http://schemas.openxmlformats.org/officeDocument/2006/relationships/presProps" Target="/ppt/presProps.xml" Id="R6b7bac7ba9cd44d6" /><Relationship Type="http://schemas.openxmlformats.org/officeDocument/2006/relationships/tableStyles" Target="/ppt/tableStyles.xml" Id="Rd014e854e5c043af" /><Relationship Type="http://schemas.openxmlformats.org/officeDocument/2006/relationships/slide" Target="/ppt/slides/slide1.xml" Id="Rf8e7ff63e1b94abd" /><Relationship Type="http://schemas.openxmlformats.org/officeDocument/2006/relationships/slide" Target="/ppt/slides/slide2.xml" Id="R61ff2d82fd9d4d49" /><Relationship Type="http://schemas.openxmlformats.org/officeDocument/2006/relationships/slide" Target="/ppt/slides/slide3.xml" Id="R3e4aaab2a8894a11" /><Relationship Type="http://schemas.openxmlformats.org/officeDocument/2006/relationships/slide" Target="/ppt/slides/slide4.xml" Id="R80ff6d9aae454e93" /><Relationship Type="http://schemas.openxmlformats.org/officeDocument/2006/relationships/slide" Target="/ppt/slides/slide5.xml" Id="Rf9e5ad44fee648cf" /><Relationship Type="http://schemas.openxmlformats.org/officeDocument/2006/relationships/slide" Target="/ppt/slides/slide6.xml" Id="Rc79675b51ada4eb3" /><Relationship Type="http://schemas.openxmlformats.org/officeDocument/2006/relationships/slide" Target="/ppt/slides/slide7.xml" Id="R23ff19147a99444f" /><Relationship Type="http://schemas.openxmlformats.org/officeDocument/2006/relationships/slide" Target="/ppt/slides/slide8.xml" Id="Rc4541889be7a4337" /><Relationship Type="http://schemas.openxmlformats.org/officeDocument/2006/relationships/slide" Target="/ppt/slides/slide9.xml" Id="R80feaba280c54e02" /><Relationship Type="http://schemas.openxmlformats.org/officeDocument/2006/relationships/slide" Target="/ppt/slides/slide10.xml" Id="R0d53769cfa6a4de1" /><Relationship Type="http://schemas.openxmlformats.org/officeDocument/2006/relationships/slide" Target="/ppt/slides/slide11.xml" Id="R1e682512a24044ed" /><Relationship Type="http://schemas.openxmlformats.org/officeDocument/2006/relationships/slide" Target="/ppt/slides/slide12.xml" Id="Rb798cce0c5244f30" /><Relationship Type="http://schemas.openxmlformats.org/officeDocument/2006/relationships/slide" Target="/ppt/slides/slide13.xml" Id="R7c3cb1d2343d4c4f" /><Relationship Type="http://schemas.openxmlformats.org/officeDocument/2006/relationships/slide" Target="/ppt/slides/slide14.xml" Id="R13b8f717c472497d" /><Relationship Type="http://schemas.openxmlformats.org/officeDocument/2006/relationships/slide" Target="/ppt/slides/slide15.xml" Id="R69314f7b64eb42fc" /><Relationship Type="http://schemas.openxmlformats.org/officeDocument/2006/relationships/slide" Target="/ppt/slides/slide16.xml" Id="R85275c8a031f416a" /><Relationship Type="http://schemas.openxmlformats.org/officeDocument/2006/relationships/slide" Target="/ppt/slides/slide17.xml" Id="R9e3567dd9d4b4e9f" /><Relationship Type="http://schemas.openxmlformats.org/officeDocument/2006/relationships/slide" Target="/ppt/slides/slide18.xml" Id="Ra1268a17dd684d7b" /><Relationship Type="http://schemas.openxmlformats.org/officeDocument/2006/relationships/slide" Target="/ppt/slides/slide19.xml" Id="R0018264af48d4b80" /><Relationship Type="http://schemas.openxmlformats.org/officeDocument/2006/relationships/slide" Target="/ppt/slides/slide20.xml" Id="Rcfcdaeb6556c4dd7" /><Relationship Type="http://schemas.openxmlformats.org/officeDocument/2006/relationships/slide" Target="/ppt/slides/slide21.xml" Id="Rf861784d949449c7" /><Relationship Type="http://schemas.openxmlformats.org/officeDocument/2006/relationships/slide" Target="/ppt/slides/slide22.xml" Id="Rc2d65e946b084dcd" /><Relationship Type="http://schemas.openxmlformats.org/officeDocument/2006/relationships/slide" Target="/ppt/slides/slide23.xml" Id="R5605ac8c6c4440e1" /><Relationship Type="http://schemas.openxmlformats.org/officeDocument/2006/relationships/slide" Target="/ppt/slides/slide24.xml" Id="Rf2e7dc025a264d1c" /><Relationship Type="http://schemas.openxmlformats.org/officeDocument/2006/relationships/slide" Target="/ppt/slides/slide25.xml" Id="Re6bbac8e2e984318" /><Relationship Type="http://schemas.openxmlformats.org/officeDocument/2006/relationships/slide" Target="/ppt/slides/slide26.xml" Id="R085befe2834e4879" /><Relationship Type="http://schemas.openxmlformats.org/officeDocument/2006/relationships/slide" Target="/ppt/slides/slide27.xml" Id="R85fb2934d9ab43ac" /><Relationship Type="http://schemas.openxmlformats.org/officeDocument/2006/relationships/slide" Target="/ppt/slides/slide28.xml" Id="R1bab8e3921ce486b" /><Relationship Type="http://schemas.openxmlformats.org/officeDocument/2006/relationships/slide" Target="/ppt/slides/slide29.xml" Id="Re0bffafca32a4b12" /><Relationship Type="http://schemas.openxmlformats.org/officeDocument/2006/relationships/slide" Target="/ppt/slides/slide30.xml" Id="R24194cc2d490468a" /><Relationship Type="http://schemas.openxmlformats.org/officeDocument/2006/relationships/slide" Target="/ppt/slides/slide31.xml" Id="Rb9b686027798488a" /><Relationship Type="http://schemas.openxmlformats.org/officeDocument/2006/relationships/slide" Target="/ppt/slides/slide32.xml" Id="R7a0a3c2206964a89" /><Relationship Type="http://schemas.openxmlformats.org/officeDocument/2006/relationships/slide" Target="/ppt/slides/slide33.xml" Id="R73825132a31942c7" /><Relationship Type="http://schemas.openxmlformats.org/officeDocument/2006/relationships/slide" Target="/ppt/slides/slide34.xml" Id="Rcc061301ffec4f9b" /><Relationship Type="http://schemas.openxmlformats.org/officeDocument/2006/relationships/slide" Target="/ppt/slides/slide35.xml" Id="R5f048cbfb7d349b4" /><Relationship Type="http://schemas.openxmlformats.org/officeDocument/2006/relationships/slide" Target="/ppt/slides/slide36.xml" Id="R6c040b919b424655" /><Relationship Type="http://schemas.openxmlformats.org/officeDocument/2006/relationships/slide" Target="/ppt/slides/slide37.xml" Id="Raccc16f9ff6a4d1f" /><Relationship Type="http://schemas.openxmlformats.org/officeDocument/2006/relationships/slide" Target="/ppt/slides/slide38.xml" Id="Rbb96748a5e344c72" /><Relationship Type="http://schemas.openxmlformats.org/officeDocument/2006/relationships/slide" Target="/ppt/slides/slide39.xml" Id="R93d5936dc51f4f92" /><Relationship Type="http://schemas.openxmlformats.org/officeDocument/2006/relationships/slide" Target="/ppt/slides/slide40.xml" Id="R0275aa55fe9f4a08" /><Relationship Type="http://schemas.openxmlformats.org/officeDocument/2006/relationships/slide" Target="/ppt/slides/slide41.xml" Id="Rb1ddf8ee366d4c0d" /><Relationship Type="http://schemas.openxmlformats.org/officeDocument/2006/relationships/slide" Target="/ppt/slides/slide42.xml" Id="R81800dfb2ee343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82f86e82247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b80ae4474b475d" /><Relationship Type="http://schemas.openxmlformats.org/officeDocument/2006/relationships/notesMaster" Target="/ppt/notesMasters/notesMaster1.xml" Id="R143b1ad6953047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d30f23acfb4208" /><Relationship Type="http://schemas.openxmlformats.org/officeDocument/2006/relationships/notesMaster" Target="/ppt/notesMasters/notesMaster1.xml" Id="Rb76c37791a6b4e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c41bdb31e14eb0" /><Relationship Type="http://schemas.openxmlformats.org/officeDocument/2006/relationships/notesMaster" Target="/ppt/notesMasters/notesMaster1.xml" Id="R21212dc1d7b84f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366f6ecfe14959" /><Relationship Type="http://schemas.openxmlformats.org/officeDocument/2006/relationships/notesMaster" Target="/ppt/notesMasters/notesMaster1.xml" Id="Ra33e74e91bdb4f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b70dc9deac45a0" /><Relationship Type="http://schemas.openxmlformats.org/officeDocument/2006/relationships/notesMaster" Target="/ppt/notesMasters/notesMaster1.xml" Id="R72ad69e5fdf345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55e39eeef54e02" /><Relationship Type="http://schemas.openxmlformats.org/officeDocument/2006/relationships/notesMaster" Target="/ppt/notesMasters/notesMaster1.xml" Id="Rc130fca46f704e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ce1900f1be4a7f" /><Relationship Type="http://schemas.openxmlformats.org/officeDocument/2006/relationships/notesMaster" Target="/ppt/notesMasters/notesMaster1.xml" Id="R0d32987227e14c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9e1d99c6564655" /><Relationship Type="http://schemas.openxmlformats.org/officeDocument/2006/relationships/notesMaster" Target="/ppt/notesMasters/notesMaster1.xml" Id="Re4b53009eff043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ac6aff13e14498" /><Relationship Type="http://schemas.openxmlformats.org/officeDocument/2006/relationships/notesMaster" Target="/ppt/notesMasters/notesMaster1.xml" Id="Rdb9c6bed364c42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278cf45e844f13" /><Relationship Type="http://schemas.openxmlformats.org/officeDocument/2006/relationships/notesMaster" Target="/ppt/notesMasters/notesMaster1.xml" Id="R7557ff9ca28f48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f47d1d87d4c8b" /><Relationship Type="http://schemas.openxmlformats.org/officeDocument/2006/relationships/notesMaster" Target="/ppt/notesMasters/notesMaster1.xml" Id="R43e50484fe9046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adf6aa1eeb4f01" /><Relationship Type="http://schemas.openxmlformats.org/officeDocument/2006/relationships/notesMaster" Target="/ppt/notesMasters/notesMaster1.xml" Id="R5dc494f3ed8341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72063a3fa641ad" /><Relationship Type="http://schemas.openxmlformats.org/officeDocument/2006/relationships/notesMaster" Target="/ppt/notesMasters/notesMaster1.xml" Id="Rc0bcf82c1c6440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ad494ebe5944c9" /><Relationship Type="http://schemas.openxmlformats.org/officeDocument/2006/relationships/notesMaster" Target="/ppt/notesMasters/notesMaster1.xml" Id="R8add0055d10041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f37e7bb2ee40de" /><Relationship Type="http://schemas.openxmlformats.org/officeDocument/2006/relationships/notesMaster" Target="/ppt/notesMasters/notesMaster1.xml" Id="R3b2ad72182b645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d6df55c3684e10" /><Relationship Type="http://schemas.openxmlformats.org/officeDocument/2006/relationships/notesMaster" Target="/ppt/notesMasters/notesMaster1.xml" Id="Rfa81df2775834e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7ef2413ad542a1" /><Relationship Type="http://schemas.openxmlformats.org/officeDocument/2006/relationships/notesMaster" Target="/ppt/notesMasters/notesMaster1.xml" Id="R7c2490c2dbe84e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1c0277c2204add" /><Relationship Type="http://schemas.openxmlformats.org/officeDocument/2006/relationships/notesMaster" Target="/ppt/notesMasters/notesMaster1.xml" Id="R74074ff11b584a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4d8866e0a74bbb" /><Relationship Type="http://schemas.openxmlformats.org/officeDocument/2006/relationships/notesMaster" Target="/ppt/notesMasters/notesMaster1.xml" Id="R6e115f27754c4a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b27eff41d643c7" /><Relationship Type="http://schemas.openxmlformats.org/officeDocument/2006/relationships/notesMaster" Target="/ppt/notesMasters/notesMaster1.xml" Id="R8c3afb84189a4c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bab09e232d4d34" /><Relationship Type="http://schemas.openxmlformats.org/officeDocument/2006/relationships/notesMaster" Target="/ppt/notesMasters/notesMaster1.xml" Id="R5482a5e8c61a40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46fc13c10040b7" /><Relationship Type="http://schemas.openxmlformats.org/officeDocument/2006/relationships/notesMaster" Target="/ppt/notesMasters/notesMaster1.xml" Id="R354ec68aa6b742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8d3dec53804c64" /><Relationship Type="http://schemas.openxmlformats.org/officeDocument/2006/relationships/notesMaster" Target="/ppt/notesMasters/notesMaster1.xml" Id="R6862d66351a341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2f8d7c70ac4837" /><Relationship Type="http://schemas.openxmlformats.org/officeDocument/2006/relationships/notesMaster" Target="/ppt/notesMasters/notesMaster1.xml" Id="R3daa85a0de8a44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eb1bf469d54b2c" /><Relationship Type="http://schemas.openxmlformats.org/officeDocument/2006/relationships/notesMaster" Target="/ppt/notesMasters/notesMaster1.xml" Id="R02d31a8c20e642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6d2dc5a161d44fe" /><Relationship Type="http://schemas.openxmlformats.org/officeDocument/2006/relationships/notesMaster" Target="/ppt/notesMasters/notesMaster1.xml" Id="R962e257e560d44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8d7172aa9245dd" /><Relationship Type="http://schemas.openxmlformats.org/officeDocument/2006/relationships/notesMaster" Target="/ppt/notesMasters/notesMaster1.xml" Id="R90e36cc89c7d465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c3102dbecb450c" /><Relationship Type="http://schemas.openxmlformats.org/officeDocument/2006/relationships/notesMaster" Target="/ppt/notesMasters/notesMaster1.xml" Id="R671fd07113b5493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20926b3dfc4f97" /><Relationship Type="http://schemas.openxmlformats.org/officeDocument/2006/relationships/notesMaster" Target="/ppt/notesMasters/notesMaster1.xml" Id="Rba0743af3deb41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702318c698a491d" /><Relationship Type="http://schemas.openxmlformats.org/officeDocument/2006/relationships/notesMaster" Target="/ppt/notesMasters/notesMaster1.xml" Id="R1558fdf88ec1415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8e3f2a49df1416a" /><Relationship Type="http://schemas.openxmlformats.org/officeDocument/2006/relationships/notesMaster" Target="/ppt/notesMasters/notesMaster1.xml" Id="R9f625c3be79649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d388a8641944f32" /><Relationship Type="http://schemas.openxmlformats.org/officeDocument/2006/relationships/notesMaster" Target="/ppt/notesMasters/notesMaster1.xml" Id="Rf1741a6fdca54a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7223dfa91404553" /><Relationship Type="http://schemas.openxmlformats.org/officeDocument/2006/relationships/notesMaster" Target="/ppt/notesMasters/notesMaster1.xml" Id="R2bb7166b191d4c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b3eabdbdfa40f5" /><Relationship Type="http://schemas.openxmlformats.org/officeDocument/2006/relationships/notesMaster" Target="/ppt/notesMasters/notesMaster1.xml" Id="R3d97789a354541b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cebcf366f1840cd" /><Relationship Type="http://schemas.openxmlformats.org/officeDocument/2006/relationships/notesMaster" Target="/ppt/notesMasters/notesMaster1.xml" Id="R23b9bccd8a8049b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c8fc3578dd548d3" /><Relationship Type="http://schemas.openxmlformats.org/officeDocument/2006/relationships/notesMaster" Target="/ppt/notesMasters/notesMaster1.xml" Id="R016720d797004b1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31d0d03ef34a00" /><Relationship Type="http://schemas.openxmlformats.org/officeDocument/2006/relationships/notesMaster" Target="/ppt/notesMasters/notesMaster1.xml" Id="R48b54b48d3cf4fa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c43c782cf9d4f90" /><Relationship Type="http://schemas.openxmlformats.org/officeDocument/2006/relationships/notesMaster" Target="/ppt/notesMasters/notesMaster1.xml" Id="R4be9a6499b004ee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8267f3d01c443f6" /><Relationship Type="http://schemas.openxmlformats.org/officeDocument/2006/relationships/notesMaster" Target="/ppt/notesMasters/notesMaster1.xml" Id="Rb47bf1052244490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0434b61bc054122" /><Relationship Type="http://schemas.openxmlformats.org/officeDocument/2006/relationships/notesMaster" Target="/ppt/notesMasters/notesMaster1.xml" Id="R1473b157fc1646f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e66b801e5384f2f" /><Relationship Type="http://schemas.openxmlformats.org/officeDocument/2006/relationships/notesMaster" Target="/ppt/notesMasters/notesMaster1.xml" Id="R96c0d422c99a459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cc000cc7164468a" /><Relationship Type="http://schemas.openxmlformats.org/officeDocument/2006/relationships/notesMaster" Target="/ppt/notesMasters/notesMaster1.xml" Id="R039ca4f2cda5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f539adcca4c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1ec8d9a6cc4f81" /><Relationship Type="http://schemas.openxmlformats.org/officeDocument/2006/relationships/slideLayout" Target="/ppt/slideLayouts/slideLayout1.xml" Id="R7acad9007f414d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cad9007f41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2e613c244209" /><Relationship Type="http://schemas.openxmlformats.org/officeDocument/2006/relationships/image" Target="/ppt/media/image.png" Id="R0863ec2240874b8c" /><Relationship Type="http://schemas.openxmlformats.org/officeDocument/2006/relationships/notesSlide" Target="/ppt/notesSlides/notesSlide1.xml" Id="Rc7ac7b82e2ca4b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eb5cb25bc49bd" /><Relationship Type="http://schemas.openxmlformats.org/officeDocument/2006/relationships/notesSlide" Target="/ppt/notesSlides/notesSlide2.xml" Id="R5eddaa73c48a42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3dbe1339b4450" /><Relationship Type="http://schemas.openxmlformats.org/officeDocument/2006/relationships/notesSlide" Target="/ppt/notesSlides/notesSlide3.xml" Id="R2c6ed95db2e4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639c7ddb54088" /><Relationship Type="http://schemas.openxmlformats.org/officeDocument/2006/relationships/notesSlide" Target="/ppt/notesSlides/notesSlide4.xml" Id="R95b79382a76940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1d301bb83484b" /><Relationship Type="http://schemas.openxmlformats.org/officeDocument/2006/relationships/notesSlide" Target="/ppt/notesSlides/notesSlide5.xml" Id="R1026853be598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9e87aeca34864" /><Relationship Type="http://schemas.openxmlformats.org/officeDocument/2006/relationships/notesSlide" Target="/ppt/notesSlides/notesSlide6.xml" Id="R0cd89909b2c84e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70012ba1644a0" /><Relationship Type="http://schemas.openxmlformats.org/officeDocument/2006/relationships/notesSlide" Target="/ppt/notesSlides/notesSlide7.xml" Id="Rb2466c1fc1a947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9e8196f084b35" /><Relationship Type="http://schemas.openxmlformats.org/officeDocument/2006/relationships/notesSlide" Target="/ppt/notesSlides/notesSlide8.xml" Id="R18198cd53e204b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e4ed312884691" /><Relationship Type="http://schemas.openxmlformats.org/officeDocument/2006/relationships/notesSlide" Target="/ppt/notesSlides/notesSlide9.xml" Id="R78b04f4d06df4e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e8209629742d2" /><Relationship Type="http://schemas.openxmlformats.org/officeDocument/2006/relationships/notesSlide" Target="/ppt/notesSlides/notesSlide10.xml" Id="Rde89658b078245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8e6ce0394b82" /><Relationship Type="http://schemas.openxmlformats.org/officeDocument/2006/relationships/notesSlide" Target="/ppt/notesSlides/notesSlide11.xml" Id="R581b5db1087a44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90060e967436f" /><Relationship Type="http://schemas.openxmlformats.org/officeDocument/2006/relationships/notesSlide" Target="/ppt/notesSlides/notesSlide12.xml" Id="R498154406bcc41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da775f7084650" /><Relationship Type="http://schemas.openxmlformats.org/officeDocument/2006/relationships/notesSlide" Target="/ppt/notesSlides/notesSlide13.xml" Id="R0f2df429485b47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d19ec26e44ddd" /><Relationship Type="http://schemas.openxmlformats.org/officeDocument/2006/relationships/notesSlide" Target="/ppt/notesSlides/notesSlide14.xml" Id="R8ef494bb810040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17b4d1e1a4c06" /><Relationship Type="http://schemas.openxmlformats.org/officeDocument/2006/relationships/notesSlide" Target="/ppt/notesSlides/notesSlide15.xml" Id="R8b2727ba33ea41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bd77298324ba6" /><Relationship Type="http://schemas.openxmlformats.org/officeDocument/2006/relationships/notesSlide" Target="/ppt/notesSlides/notesSlide16.xml" Id="Rbd698ba5965343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de2f30ba64a7d" /><Relationship Type="http://schemas.openxmlformats.org/officeDocument/2006/relationships/notesSlide" Target="/ppt/notesSlides/notesSlide17.xml" Id="Rec256a28e38242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33e43bbcc4be5" /><Relationship Type="http://schemas.openxmlformats.org/officeDocument/2006/relationships/notesSlide" Target="/ppt/notesSlides/notesSlide18.xml" Id="R5c3e2eacb4f84c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7167aba28413e" /><Relationship Type="http://schemas.openxmlformats.org/officeDocument/2006/relationships/notesSlide" Target="/ppt/notesSlides/notesSlide19.xml" Id="R511c515ca97746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8102a150f4a70" /><Relationship Type="http://schemas.openxmlformats.org/officeDocument/2006/relationships/notesSlide" Target="/ppt/notesSlides/notesSlide20.xml" Id="Rd6be2d568b9844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c4b0ab96c48c0" /><Relationship Type="http://schemas.openxmlformats.org/officeDocument/2006/relationships/notesSlide" Target="/ppt/notesSlides/notesSlide21.xml" Id="Rc511a35389aa4a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49d1ae0d54975" /><Relationship Type="http://schemas.openxmlformats.org/officeDocument/2006/relationships/notesSlide" Target="/ppt/notesSlides/notesSlide22.xml" Id="R768423045ee94d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b8150dbf742fb" /><Relationship Type="http://schemas.openxmlformats.org/officeDocument/2006/relationships/notesSlide" Target="/ppt/notesSlides/notesSlide23.xml" Id="R490b7f43ebc84f3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90b2ba7c4d8f" /><Relationship Type="http://schemas.openxmlformats.org/officeDocument/2006/relationships/notesSlide" Target="/ppt/notesSlides/notesSlide24.xml" Id="R4db22285af8647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775c10fa247d2" /><Relationship Type="http://schemas.openxmlformats.org/officeDocument/2006/relationships/notesSlide" Target="/ppt/notesSlides/notesSlide25.xml" Id="Rb523149fb0ee40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b659531e7493a" /><Relationship Type="http://schemas.openxmlformats.org/officeDocument/2006/relationships/notesSlide" Target="/ppt/notesSlides/notesSlide26.xml" Id="R0e5ddd9a5fae4ee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8ba5e4b4d4386" /><Relationship Type="http://schemas.openxmlformats.org/officeDocument/2006/relationships/notesSlide" Target="/ppt/notesSlides/notesSlide27.xml" Id="R17171d3b0b9d41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a12e38bae416a" /><Relationship Type="http://schemas.openxmlformats.org/officeDocument/2006/relationships/notesSlide" Target="/ppt/notesSlides/notesSlide28.xml" Id="R4d0c4721018b4e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9c9276ca443a7" /><Relationship Type="http://schemas.openxmlformats.org/officeDocument/2006/relationships/notesSlide" Target="/ppt/notesSlides/notesSlide29.xml" Id="R1ca8fe6e3b514a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c4ce50c3e468b" /><Relationship Type="http://schemas.openxmlformats.org/officeDocument/2006/relationships/notesSlide" Target="/ppt/notesSlides/notesSlide30.xml" Id="Rb71ff61a2b164db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41808100049bc" /><Relationship Type="http://schemas.openxmlformats.org/officeDocument/2006/relationships/notesSlide" Target="/ppt/notesSlides/notesSlide31.xml" Id="Rbd13efd3711546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ae2e199ce4fb5" /><Relationship Type="http://schemas.openxmlformats.org/officeDocument/2006/relationships/notesSlide" Target="/ppt/notesSlides/notesSlide32.xml" Id="R90eeec7b1e0b43e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c713437194846" /><Relationship Type="http://schemas.openxmlformats.org/officeDocument/2006/relationships/notesSlide" Target="/ppt/notesSlides/notesSlide33.xml" Id="Rd36ba9ff97aa4e4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31f7016ee44de" /><Relationship Type="http://schemas.openxmlformats.org/officeDocument/2006/relationships/notesSlide" Target="/ppt/notesSlides/notesSlide34.xml" Id="R137188f10b2e4f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4cba3fc554831" /><Relationship Type="http://schemas.openxmlformats.org/officeDocument/2006/relationships/notesSlide" Target="/ppt/notesSlides/notesSlide35.xml" Id="Rbba6f9c4dbbe4d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35d239e064645" /><Relationship Type="http://schemas.openxmlformats.org/officeDocument/2006/relationships/notesSlide" Target="/ppt/notesSlides/notesSlide36.xml" Id="R6dc5e0ad3cba463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2382f109b4b75" /><Relationship Type="http://schemas.openxmlformats.org/officeDocument/2006/relationships/notesSlide" Target="/ppt/notesSlides/notesSlide37.xml" Id="R02a542ef5ba74a4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aee9f3e114554" /><Relationship Type="http://schemas.openxmlformats.org/officeDocument/2006/relationships/notesSlide" Target="/ppt/notesSlides/notesSlide38.xml" Id="Rc02693f8db4c46b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a8525c96a4b83" /><Relationship Type="http://schemas.openxmlformats.org/officeDocument/2006/relationships/notesSlide" Target="/ppt/notesSlides/notesSlide39.xml" Id="R5ed903b4644a464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844d150204e8e" /><Relationship Type="http://schemas.openxmlformats.org/officeDocument/2006/relationships/notesSlide" Target="/ppt/notesSlides/notesSlide40.xml" Id="Rdfce372cfc9d4b6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b7181ec28454e" /><Relationship Type="http://schemas.openxmlformats.org/officeDocument/2006/relationships/notesSlide" Target="/ppt/notesSlides/notesSlide41.xml" Id="R172d36acd699469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cf83e43df412e" /><Relationship Type="http://schemas.openxmlformats.org/officeDocument/2006/relationships/notesSlide" Target="/ppt/notesSlides/notesSlide42.xml" Id="R935748cc01284d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565C89-C948-4E35-8A05-CB0B3404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3ec2240874b8c"/>
          <a:stretch xmlns:a="http://schemas.openxmlformats.org/drawingml/2006/main"/>
        </p:blipFill>
        <p:spPr>
          <a:xfrm xmlns:a="http://schemas.openxmlformats.org/drawingml/2006/main">
            <a:off x="757237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39C10-A841-47F4-91AE-D19DAD2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MERITPOINT ACADEMY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89454-C435-422D-BC6D-F018D12F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Python for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AI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0467C-266B-43E3-85F3-08ED5BC2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第 1 课：课程导入与 Python 第一个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5E534-8414-4A0E-BE3E-82829A5D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从今天开始，我们用代码处理数据、提出问题、评价模型，并最终完成一个可展示的 AI 科研项目。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1AD4-D99E-4D64-AEA2-D00C086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47790-ABD6-4B1B-A71E-4DB57FFB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当堂产出：首个可运行 Notebook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51E9B-A336-43B8-A801-ABBED1F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481C9-D084-405D-B589-A5C4996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3165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5B6AB-C883-4C32-A3B5-4928AF08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FAF0F-D171-4A20-97E6-5F79AAB5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今天这节课要完成三件事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B702B-C4DB-4921-812D-B09EBA12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BBA71-4128-41A5-83B6-3D8C1AF9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57839-E5C5-4A07-8DE2-97578C6A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50EB7-CB33-43B7-BDE7-FED47F0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81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E77E1-7886-4EDB-BA29-CD3153D0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了解课程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62EC2-B810-4DF4-84C5-33B4BFE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知道 15 节课怎样从 Python 走到 AI 科研项目。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E1673-FD7F-40EE-96EB-D5C7E525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1BF82-2B98-4750-B4B2-46B341F9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E75EC-2493-41B9-B39F-74AFC898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81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10E28-E488-462F-B60A-F8675E82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明确提交方式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8AB3-0515-40BA-B8A8-694D492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了解作业要求、提交节奏和 AI 使用规范说明。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94E2D-3F75-463A-A8B2-D00E603D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71F84-BE2A-465E-A332-27A6A5F8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38D26-1960-4F57-8265-9590BF27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81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DF9D3-10C8-4146-BB54-C5895C87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写出代码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E911E-3E44-4EB4-807C-091D735A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在 Google Colab 里运行第一个 Python notebook。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A8181-4823-4342-BF3C-E4FC5538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课堂节奏：说明规则 -&gt; 现场演示 -&gt; 跟做练习 -&gt; 提交一个小成果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C4775-3390-4517-8A97-69C1B1B8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D18A6-3FBD-49B4-B7CA-80E01658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3952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8C75C-01BE-4BF1-986B-F1C08DD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4F379-5704-409B-B977-FA87CEA1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先认识讲师，也认识这门课的学习方式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969A3-4ACA-44C7-81DF-92746505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3EAFC-D67E-4789-BDF5-1E8C2DCF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30670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FD4A-5028-443A-AAE5-917EACF3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我是谁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6B96-DF5A-4C8C-8F81-9E5DA2A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2457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研究或教学方向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做过的项目案例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为什么开这门课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C221A-F65B-4092-9E06-044548BF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30670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30C3F-F4D3-4E75-B85F-9375AE9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我怎么教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2C205-0F6C-43A4-9184-563D0F8D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05100"/>
            <a:ext cx="2457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每节课都有可见产出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少背概念，多做练习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用真实数据训练科研表达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DB470-4F43-461B-86AA-0057F44A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0670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4E16B-8D0A-4F5D-9C0F-54BB34D3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你怎么学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C7833-7B89-4966-A8EF-87F3E57E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457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课堂跟做，不怕报错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作业小步提交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能解释自己的代码最重要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90817-E728-4474-88C7-1121004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课堂里遇到报错很正常。关键不是不出错，而是能读懂、定位、修正。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1D196-F5B0-4637-9E8A-738A9E26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D90AC-D383-425B-9ACA-A5968AC4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6602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9BDB0-0613-4748-8FB0-8CB45AB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111D0-F9EE-4D34-8ECF-D33FAFD5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15 节课会完成一个完整 AI 科研闭环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B7D58-4FA8-44BC-BFD8-D7F976FB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4301-F64B-462A-AA67-AE1BC27F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295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0">
            <a:solidFill>
              <a:srgbClr val="0B63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F1EC6-3D57-4BA8-81EC-E4F111F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4FE0C-DB8C-45F3-96C4-EF4B1000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38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基础入门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6F663-FC72-4335-8339-1EF0AD6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85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 1-4 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A4792-0310-47B2-AA56-3ED34EEE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入门 notebook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E8046-835A-476C-8F57-4653FBB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295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E9E6E"/>
          </a:solidFill>
          <a:ln xmlns:a="http://schemas.openxmlformats.org/drawingml/2006/main" w="0">
            <a:solidFill>
              <a:srgbClr val="0E9E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B757B-D507-4049-942A-2729465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050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900CE-7D4B-44A4-8A39-208C29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19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数据处理与分析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149E8-849C-44DF-B037-E425AE4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 5-7 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3E336-9432-4D40-B741-EC98102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清洗数据集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72988-C0B0-4447-9598-D1ABE28F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295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DB0C3-711B-48C2-9B11-6DAA1ABE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15B24-DF4E-44DA-9DE7-6D69EF91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0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可视化与 EDA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D181E-4EC7-42D7-AFAB-6F600FCF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480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 8 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78225-81EA-4DDC-BC4D-CEFF06F7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核心图表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6D571-C9DF-4666-9021-68C3110F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295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6B46C1"/>
          </a:solidFill>
          <a:ln xmlns:a="http://schemas.openxmlformats.org/drawingml/2006/main" w="0">
            <a:solidFill>
              <a:srgbClr val="6B46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0B9D4-E78E-4E56-9F31-EEDC47DA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671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91DE7-A8D5-479D-9D6B-C151490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机器学习建模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DBDFC-479C-48E3-9E64-038C687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29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 9-13 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55EE0-98B1-4583-8193-94FB1BD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模型与评价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23F84-F3F6-4650-A230-F53AFA55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1295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7DBA"/>
          </a:solidFill>
          <a:ln xmlns:a="http://schemas.openxmlformats.org/drawingml/2006/main" w="0">
            <a:solidFill>
              <a:srgbClr val="0B7DB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4C6FE-5E9E-4468-84A8-66CA2E7C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482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5128C-C3D3-408C-A649-93A4C5B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62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0B7D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7DBA"/>
                </a:solidFill>
                <a:latin typeface="Microsoft YaHei"/>
                <a:ea typeface="Microsoft YaHei"/>
                <a:cs typeface="Microsoft YaHei"/>
              </a:rPr>
              <a:t>AI 科研项目实战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995BB-1A27-4EED-A639-A955F482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0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 14-15 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4212D3-563C-4A3F-8320-743308E2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报告 + PPT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29609-0FA9-4F94-8DDE-48FA5921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F15692-C4BB-45BF-B193-61C7705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5179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76D14-CCA1-46B0-9F46-0B225796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506B4-A107-4811-B262-A9FA4A70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每节课都有一个可以提交的小成果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C5401-DAC2-4577-8F68-0A7FD30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FC505-D4E2-4C89-8B54-4712A76C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6F194-217E-484F-939C-27FC6CD9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57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495B5-FEDF-4CDE-89AA-D0F1DD0A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478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第一个 Python notebook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8C4D4-2E98-4988-B7FA-8278ACAF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478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变量、print、注释、输入输出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F9995-47AC-4D4C-8255-A08B9BD4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E1E99-B73A-448A-B815-C3484908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E6640-8B02-40A1-BBA0-770C6EBB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574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评分/分类小程序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D1848-6B30-459F-9580-0BCA813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574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if、for、while、逻辑判断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63D8E-EC76-48CA-87D4-258834DE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380B7-1B72-4A84-A6FE-4BDA04E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CFEE3-1F7A-4428-BF59-3EBF8612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67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函数 + 文件输出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C4F33-0149-4E24-96F4-9B082290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670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参数、返回值、简单文件读写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733F8-2F9F-4D7F-866A-99FB528A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6A4EC-165A-4969-B8D1-579421D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89795-E21F-4EA0-ADEB-B9B31154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样本记录表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B7EB3-B653-4ABA-AE05-8252AFF5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list、dict、set、基础统计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9AFB8-2BA9-459A-B719-1DF2E36D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92475-6B87-4A2C-AE14-0CF3BB0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5-8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1FDF7-C25C-4F4B-BBE3-7930A94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86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数据处理与 EDA 小报告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3EFD5-7E2F-4639-A6E8-36B5F66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NumPy、pandas、清洗、可视化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39485-CCB9-482C-99EF-9EE5FFF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EC49F-7F48-4EEE-9A2E-E9B8299A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9-15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97424-B4A1-441F-BEB1-0350DB26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958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AI 科研项目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DAE73-7CF0-437B-B620-D09DD965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建模、评价、报告、展示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183A8F-DDC8-44AC-98C5-428EE060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F98663-710D-48A4-868D-77F266A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5672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0C5B5-0069-4DAD-B597-2AB2848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9828E-11B9-488D-B633-D7F0A39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评分标准看重持续产出和最终项目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6E2AC-B444-4BF1-8F77-FD0E44A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4179F-C044-4184-AA8D-D2D2B972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ED437-C57A-415B-B22C-F1C13EB9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621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96615-B371-4FE6-B7E1-76A9D7A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周度作业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B379A-54AB-4362-80A1-28DC9E1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241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每节课的小成果、notebook 是否能运行、是否按时提交。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1E10C-F416-40E8-8F57-174653A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5BD8C-D5EF-427E-A5EF-6637B1F9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7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500C3-E018-4345-926A-2F26E5E7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数据部分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A062A-3429-4371-BF10-BCC8E89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数据来源、变量说明、清洗记录、EDA 图表和观察。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7D7C6-2C41-4DCD-BBE7-0EE6969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4BE99-6BD2-4B91-BCD6-88C9C2D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75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556EC-AFFC-4CE3-8368-18107D5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19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建模部分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0F6D5-5A08-48F4-B4D5-85920A86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19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模型选择、baseline 对比、评价指标和结果解释。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9F30C-ABC1-472C-A735-25CD1836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9090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BE8EE-6A16-4C96-AD9E-E3C1D349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001CD-C156-4E21-8DA9-005A6DD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19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期末展示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2B5DC-8102-479C-9647-70E7745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19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报告/PPT 是否清楚，是否能说明限制和改进方向。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719CC-76E4-479A-B061-C8AE5E7C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AFBD5-C3E0-4098-9CEC-8C7FB8B2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865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0EC3A-B5DD-4646-ACC6-835BFA3F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042EB-3A78-4905-A96F-34C4144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作业提交方式会在课后统一通知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09146-6CDE-401B-8A63-3211D2C6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F1811-A768-43BC-8AF9-B220BDA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4953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C35EB-818D-4B93-95A4-A1E7D5F7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课程名称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B171B-8919-41BE-8EF7-121FDA61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The AI Toolbox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2E974-127C-411D-91AE-C6659DFB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提交方式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19FD9-910F-4A9B-8649-08003F84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课后通知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41B13-97B2-45DC-8678-62E2AA4F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00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7467C-AF31-4ECB-BC53-02FB1B8C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今天先完成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E3697-16EF-4734-A5ED-1D84B163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1. 建好 Colab notebook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2. 按要求命名文件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3. 确认可以完整运行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4. 等待老师发布提交入口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756C8-5E4F-41D6-A164-461BBA62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今天重点是把 notebook 跑通；具体提交入口和截止时间会课后统一发布。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7E41B-A533-4C1F-B6BA-1374FF71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6DB44-497B-40B7-9D0B-8CBE8CB2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5661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A5FC1-2C07-47E6-9C08-97C3E7E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9871-F780-4A03-8382-6088D28E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AI 可以帮你学习，但不能替你完成思考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61C2F-790A-4B1F-987A-82D8E37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6F88B-BC1C-4F88-BF79-F6E6B12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4762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2D09C-A811-48E2-A5E9-B3474E97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4762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4EF42-A177-458C-BDED-F6708949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383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9E6E"/>
          </a:solidFill>
          <a:ln xmlns:a="http://schemas.openxmlformats.org/drawingml/2006/main" w="0">
            <a:solidFill>
              <a:srgbClr val="0E9E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6F887-019B-42DF-9FDB-4738D91E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可以这样用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C3E62-F9D2-45A2-8CCD-5F7093CD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75022-B77D-413B-B5EB-0125BF57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不能这样用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21FA9-B5AE-4F7A-9972-9DB2DDB2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3810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解释概念和报错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生成练习题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辅助 debug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润色报告语言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提出研究方向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1601C-D61A-41FC-BE2D-506A5D0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9850"/>
            <a:ext cx="3810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把 AI 输出当事实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伪造引用或实验结果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上传隐私或受限数据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提交自己无法解释的代码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8A561-7C6D-4B74-8FFA-ECDD8270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79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最终项目需要说明 AI 工具帮你做了什么；你必须能口头解释提交的代码、图表和模型结果。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05C36-F87A-4AC8-B279-724E9F4B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77C06-52E5-4DA2-A3D2-3D4475AB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6346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14224-26A4-4EE6-9901-E64EEB4E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C4A02-5B54-49C1-BB61-273D8F29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为什么 AI 科研第一步要学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A2C20-375C-478A-BD62-136CCB3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3F256-D40E-48F0-B982-CBC18CEE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4667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C9E8A-24E1-4487-822C-4BBB044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读数据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CEE4E-F158-45A1-B1FB-A9D2F54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859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CSV、表格、文本和公开数据集都可以用 Python 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BD34F-3AA6-41F7-A140-DDA0FDA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57350"/>
            <a:ext cx="4667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A2DF-9C61-4233-BABE-515390A7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24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做分析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48ECF-47DB-48AC-BEC7-06EEBD11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859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NumPy、pandas 和图表库让观察变成证据。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83286-5FE7-475A-B405-A68241A8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4667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DACD9-1338-4F14-8815-7C2BEF53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34398-8ACE-4F73-8709-35F16BF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814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scikit-learn 可以快速训练 baseline 并比较结果。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E6416-D6B7-4AD6-A318-46C213C1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52800"/>
            <a:ext cx="4667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94D09-F03F-4C5D-B686-B19AC948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讲清楚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DAD85-C56D-4A16-B33D-E6DD9480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814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notebook 把代码、图表和解释放在同一个研究记录里。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3E06C-623D-441A-BDBB-BCFE0D82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BD426-929F-4D6F-ADF9-68A88B5D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9636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7C163E-5364-459B-932D-23583F4C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7273A-52F5-4A4D-A80B-C3309259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今天先把 Colab 和 Notebook 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55C91-6B30-475F-A4A0-26969711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7172-7EC2-4A31-A29D-774CF1EE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43815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93CE4-F92B-4B2D-90FE-160543A3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Notebook 是什么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4D32A-4330-4C9F-A9E3-D68ED2C0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一格一格运行代码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代码、文字、图表放在一起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适合记录科研过程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可以分享链接和提交作业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B6911-B13C-4FD4-A8D8-5AB6D60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47625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DB4CB-D594-4D39-8881-23BB3F1C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课堂操作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5AF99-35A1-4A54-A6A4-98C1FF53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381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1. 打开 colab.research.google.com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2. New notebook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3. 重命名为 Class01_FirstNotebook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4. 运行第一个代码单元格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5. 点击 Share 或提交 notebook 链接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93223-B459-4980-A800-0DDE46CB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795A7-F4F0-499B-A993-1C23A50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0475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265CD-5C1A-43E0-AEED-A54B335B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4B26F-1D4D-4908-9B77-3728DE70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第一段代码只做一件事：让电脑说出结果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49B8B-7C2D-43F7-A0DD-077F2DDB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5DA8A-E46F-4CC0-A20E-4D0FC5F2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9906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7DF6E-3554-48AD-AB62-73BF11D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"/>
            <a:ext cx="876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# Class 01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print("Hello, AI Research!")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print("My first Python notebook is running.")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E88F-A1EA-4877-AF51-EC11EB9D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print() 的意思是把括号里的内容显示出来。今天先不追求复杂，先确认：我能运行、能改动、能解释。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01B5C-D83B-48C7-B435-4E8CF1C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3480A-C85B-4500-80DC-08FEE915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27689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C7A22-C6DF-4615-8614-81FD4CB9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887F3-D3C2-4678-84F9-2D096530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变量让代码记住一个值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AA9BF-3870-4F76-93C4-3EFBE9A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ADF3A-561C-4539-BD23-ED83A1C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47625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1EB07-51E0-4C1F-822F-6D7BDB6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变量的直觉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7614F-0999-4983-A9B0-D841638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3714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6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变量像一个有名字的盒子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等号右边先计算，左边负责保存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名字要清楚，方便别人读懂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科研代码里变量名本身就是说明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EFBEA-E3A7-4506-A80C-D0372021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3815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AE1BB-C555-4E3E-913E-D502D4A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3619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3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student_name = "Alex"</a:t>
            </a:r>
          </a:p>
          <a:p xmlns:a="http://schemas.openxmlformats.org/drawingml/2006/main">
            <a:pPr>
              <a:lnSpc>
                <a:spcPct val="133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age = 16</a:t>
            </a:r>
          </a:p>
          <a:p xmlns:a="http://schemas.openxmlformats.org/drawingml/2006/main">
            <a:pPr>
              <a:lnSpc>
                <a:spcPct val="133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= 2.5</a:t>
            </a:r>
          </a:p>
          <a:p xmlns:a="http://schemas.openxmlformats.org/drawingml/2006/main">
            <a:pPr>
              <a:lnSpc>
                <a:spcPct val="133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print(student_name)</a:t>
            </a:r>
          </a:p>
          <a:p xmlns:a="http://schemas.openxmlformats.org/drawingml/2006/main">
            <a:pPr>
              <a:lnSpc>
                <a:spcPct val="133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print(age + 1)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9AB4F-D5F1-49B4-BD59-CCC884A0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4D949-3FAD-4D88-A19B-BF1B135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38377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85F80-5051-4CD4-B94C-3CC804F6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59B1E-5E01-4A48-B384-DFC6C25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常见数据类型决定代码能做什么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73B46-4CD6-45E8-9B89-7EE6B052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0A085-AF29-4F1F-A4F5-4A11DA6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095500" cy="22479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177CB-22B7-414F-9E61-47B2267F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526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str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F0104-7DCA-4512-A0F2-19D8133A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文字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F179D-106D-4732-A56B-316DFE59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52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"AI"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CE2EE-8115-44CF-8B41-B084548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09750"/>
            <a:ext cx="2095500" cy="22479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B2FF8-2888-4FC4-B877-E80E79F4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526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57C8B-9B2D-4523-88A4-6D569C1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38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整数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1CC9D-178F-4A9C-9D9C-F7BDDCC2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52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E0F7A-2D63-4AB6-A53B-39DD83A5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095500" cy="22479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879AE-8267-41AE-83E1-6E49CD2F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float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C6E49-556F-49FB-B223-319DA0B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小数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F3E8C-6780-4EC0-AEFE-FEEE9997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0.87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EAA19-6DBD-4C71-9E96-E0F0561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095500" cy="22479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C2A4E-6DCD-4FAC-940C-9419086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bool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2643F-85CB-4188-BB53-F50FF3D6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38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真假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642A5-2EAE-4E1F-841C-2EA72FD3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6445A-B30B-479E-A24A-9E6130D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先用 type() 查看变量类型，再决定能不能相加、比较、拼接或判断。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F0876-4996-441C-8C0E-81A06639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6BFF4-A1FB-4138-B378-762D470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497690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D279AE-025F-4FA7-8CF6-BDDD0E94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5D9D3-DDC7-47DC-A062-E6B8612F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注释让别人知道你为什么这样写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0D157-B133-41AA-8A78-B60630C8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396FC-2A73-4B08-BB7C-DF25B2E2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9906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ED1FA-8ED0-4D81-83FE-285F1D2D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19300"/>
            <a:ext cx="9144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# Store one student's simple research profile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name = "Mia"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interest = "medical AI"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weekly_hours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print(name, "wants to study", interest)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D3F8A-EE0F-43B4-80C7-0A4927E5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好的注释不是翻译每一行代码，而是解释这段代码在研究任务里扮演什么角色。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13556-2120-4EB1-8C20-10BD0B66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8B8D3-5528-4585-8637-4819820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579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DA614-DB81-4303-B4D1-CC3786E1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6C4E3-5FF1-4560-BEF6-E0CD8C54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课堂练习：做一个自己的学习档案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7246F-49FF-4C9A-A5F5-21A28328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38248-8725-4355-9731-0952437A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22B4A-58A2-4286-82CF-EDF1265C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任务要求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A0D67-C8E6-40B6-A61E-2F9F6E67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创建 5 个变量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至少包含 str、int、float、bool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用 print() 输出 3 行介绍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加入 2 行注释说明用途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07BCC-41C9-4137-806F-ED1C0DEF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286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4FE78-7D10-4DA6-9656-E846BE9B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当堂成果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9CC65-A562-4616-9320-25F8B2B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一个命名清楚、能顺利运行、别人看得懂的 Class01_FirstNotebook。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8F884-DA5B-437D-A578-E2124CD1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完成后先自己重跑一遍，再提交链接。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3B7CB-7C0D-41CF-8E59-5A37DE61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E65D6-D513-40C0-AA45-5D237109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127455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32AAE-28F1-4094-9065-1E56FF2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9A6EA-2F53-484F-B8FB-0D130623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提交前用这 5 项检查自己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758A1-8AFB-4D59-930B-D11A918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C7B71-1244-40F1-B9D6-25593872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1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85E53-A289-466A-875B-CBB68166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7145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94A74-B763-4BF2-9D3B-E52DB816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81150"/>
            <a:ext cx="8096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A292C-C5F9-43B8-BCC8-FAAD815C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049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文件名清楚：Class01_FirstNotebook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0C8BA-49F6-430A-A0B3-32395B31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E72EB-2E3C-4D1E-BDCB-2C10E891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003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DDEDD-886E-4055-BFD8-98271CAA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66950"/>
            <a:ext cx="8096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4ED0A-E50D-4C08-A4FD-9F78C987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90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所有单元格能从上到下运行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BE598-7086-4464-AC73-0D0878A8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1B3A1-A98B-4B8B-9ED6-22D201B5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861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DB052-85F2-4AC8-A482-20DA89B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52750"/>
            <a:ext cx="8096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F6853-92E8-4B8F-AF87-922A43B4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76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变量名能看出含义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3432B-6559-46DB-A2EE-62BF8447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004E7-784E-4F1A-9924-1267592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719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86137-A1D5-4DC8-8F18-8BA99340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38550"/>
            <a:ext cx="8096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B9EC3-D3CB-4743-9D91-5C51E0E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62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输出结果和课堂要求一致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7DC19-7BAB-458C-BF92-55C1F523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B6185-1F1C-4C22-AD51-23A72E54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577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2F3D0-93EB-4117-BE26-4AB50ADC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8096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6F70F-7315-4B62-9EE7-E724667B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48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分享权限或提交方式正确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099DC-73A9-4067-B1EC-3A6C3528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65614-0061-42CA-A11D-4EE6A063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618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85DDA5-6301-4DDE-A3C0-47BEA1B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57A8A-2214-444B-89C0-6CEB9369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第 1 课作业：8-10 个变量与输出练习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4AC27-9BB6-4900-9F57-D1BE448A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8AB10-46BD-4744-9587-0403146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47625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27592-D847-4990-8993-9351DB7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你需要提交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03555-9E08-4888-902C-242528CD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86050"/>
            <a:ext cx="3657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Colab notebook 链接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8-10 个变量练习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至少 3 种数据类型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3-5 行 print 输出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2-3 行注释说明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92584-E6A8-4D7C-8305-D69CF7D0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43815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3FE0C-6BDE-4B58-A7BB-C439763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评分重点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696DB-C2B4-4BB0-AD9B-3267552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3333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2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能运行 &gt; 写得多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22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能解释 &gt; 抄答案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22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命名清楚 &gt; 只叫 a、b、c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A79BE-E1D9-4EDF-94F1-29FCA654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提交方式和截止时间会课后统一通知。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4CCF1-6859-4212-8543-6B14527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CF939-B57D-41AE-9F50-6B024C7E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435582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390053-2879-45EF-A7BD-F8F23B38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1C5EF-CC0F-442D-BE6A-9067918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接下来把 Python 基础拆成小步练习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AB002-A6DD-4553-B9EB-EC3D54D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DCEFE-2F39-4953-9647-A212F0F1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4762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41767-9C8D-4C57-A9C0-823B8D71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练习顺序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138B3-41CC-45FD-8686-83E5C6BC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先预测输出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再运行代码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最后解释为什么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每个概念只推进一小步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BA644-0330-4A9B-9761-596215B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4381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E2F42-00B1-489F-A5ED-9570056A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课堂口令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99F9-0F56-4F6B-B30E-AADCF7D0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304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Read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Predict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A0808-EDE0-45E9-BFCD-E5BB7F0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不要急着复制答案。先猜，再验证，学习速度会快很多。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14AB1-ED58-4637-B602-B89C7D6C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2FC15-69D9-4F9C-A0B0-745618EE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876880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DAFE57-7EAF-4F51-B636-EC8A5341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AABA7-D14F-4326-B642-13BE8368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print() 的括号里放什么，就显示什么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EA11-6169-4A7A-9056-A92A3F9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6EC0E-A4ED-4B9D-B9B2-644AB10D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906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83A3A-D4F9-4161-AD4E-F0909E5F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3600"/>
            <a:ext cx="876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24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4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print("Python")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4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4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print(2026)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4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4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print("AI" + " Research")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D4A07-6A4C-4E4E-993B-E01A3227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1BC60-C98B-40B7-9CE8-12813B2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965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E18F2-9B32-4DA6-BE15-B3956676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72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先预测：会出现几行输出？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53C5D-C378-436F-8BDD-FDAE2872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72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再运行：和你猜的一样吗？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94376-FA37-440F-B607-97B3CFB7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A4428-A4EC-4BC7-9E74-36F77698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498063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22C8E-D829-40B6-953B-1F27370D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706A1-0B95-4C2D-AB34-B77C0B1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字符串要加引号，数字不用加引号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C3329-FFE7-40BD-AA4E-7A663AB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D568A-096F-4C45-B04B-2432FE08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383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58FBE-1891-4498-A0CB-80525257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19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可以运行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96C30-54BB-44E4-BE49-849CB2BE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361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2175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175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print("hello")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175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175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print(100)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175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175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print(3.14)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027F8-12B3-4095-8D7A-0ACA231A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4476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95E9D-0ED7-40D6-B8B0-5E7B040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会报错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9CE35-E792-410E-9C01-804742B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55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55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print(hello)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8A7C3-7F37-41C5-85DA-1C34194B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673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Python 会以为 hello 是变量名，而不是文字。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DA94D-9515-4CA3-8268-2AA47140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EDF9F-8DDA-41F1-B70D-9EFA4AC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046520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78B13-AA99-44E2-B455-203D7105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1F9F5-BF0B-4E8C-AD72-D126BF82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同一个符号 +，遇到不同类型会有不同含义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CBBA8-0AD4-412B-88B3-9B72436B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EF523-E89B-4BD0-AA2F-46539D0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9906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A5933-10E3-484F-A17D-5C065121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857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print(3 + 4)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print("3" + "4")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print("score: " + "95")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81CFE-BE7C-46C8-8674-3D42F58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2781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C7EE0-6ECF-4473-ABCB-B6D63421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3 + 4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D14BE-B6C1-4BA0-8280-D772DF0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10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数学加法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EA0BC-7E60-4DCA-84F9-189F4574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619FE-6C63-4B02-93FD-9B075D4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781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EDA3D-A5D1-4102-AFEF-699CE61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"3" + "4"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B9B95-A8A8-42A7-B897-0954345A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0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文字拼接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F4FD0-5ECA-4D07-A6D8-456B7F5F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33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C4882-BF4D-4BF3-816D-3A84206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76750"/>
            <a:ext cx="2781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44716-E148-474B-A210-1018A86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"score: " + "95"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78B1E-9DCF-4F82-A798-9FEA1C29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0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拼成一句话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D4D5F-5B2E-45F4-9227-57DE6B1C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score: 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9F0DC-9D49-4F94-ADF2-CCD3FBE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2295F-7809-46CF-8297-F0F8E29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751595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42045-B203-479E-9FDD-A04139B1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8F389-87BE-409C-BC56-7420BA5F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type() 帮你检查变量到底是什么类型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A1AF8-BEF6-4616-83EF-62C03118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FA2E-E1BE-4838-9958-55B65D18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38300"/>
            <a:ext cx="44767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37567-CF88-44CD-B341-71998F1A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38350"/>
            <a:ext cx="3619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95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age = 16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95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score = 88.5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95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name = "Lina"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95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print(type(age))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95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print(type(score))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95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print(type(name))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B4A22-7A0B-4B8A-86DE-10A16953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4286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76542-8151-4A8F-83C1-070E606E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运行后你会看到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7C57C-7707-45B4-BDC9-134F2A3E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2100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&lt;class 'int'&gt;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2100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&lt;class 'float'&gt;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2100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&lt;class 'str'&gt;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82C45-7586-43E0-AB6D-982430DB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写科研代码时，很多错误都来自“以为它是数字，其实它是文字”。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A589E-B8C1-4A39-851D-8A7655C0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08710-9F1C-4286-AC1D-BB51770D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33353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FA81E-7F09-4BB5-86A7-5A7147E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8E413-8AB7-45F0-B5A6-F48E7F65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变量可以被更新，代码会记住最新的值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5F017-DD0A-4478-BA17-3537B8C7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A579B-BAAB-4107-8230-B2EEF51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9906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10469-6041-4678-A36D-0C4D37E8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85950"/>
            <a:ext cx="85725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= 2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print(hours)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= hours + 1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print(hours)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+= 2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2100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100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print(hours)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76687-A4A5-4704-BA05-98A26A27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预测输出：2 -&gt; 3 -&gt;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77A65-6467-4BCB-AE46-A8E8A951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38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hours += 2 是 hours = hours + 2 的简写。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C7731-14D9-4BD9-A949-13B8FE91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0A4B6-9148-4DAF-85BF-2CF9BDB6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957434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1B83C-E055-4466-85A8-A1182FF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1D4B2-3BD8-4653-A77D-D3C46DB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变量名要像标签一样清楚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51ADE-6219-411F-92CF-D4D9018C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0B18F-19C0-4B9D-A508-C942E01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4476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7B20B-8EC3-44F6-8D93-D553ECFB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476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14BA7-119C-4673-81DF-01B6C355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1627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51627A"/>
                </a:solidFill>
                <a:latin typeface="Consolas"/>
                <a:ea typeface="Consolas"/>
                <a:cs typeface="Consolas"/>
              </a:rPr>
              <a:t>x =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5BBFB-890B-4933-AC13-1F1B47D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66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student_age =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87769-A7B2-408B-9A54-7F5CCCE1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476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4E87B-C60E-4411-81E8-F594E1DE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476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1D147-0654-428D-8152-C6BCDA9E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1627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51627A"/>
                </a:solidFill>
                <a:latin typeface="Consolas"/>
                <a:ea typeface="Consolas"/>
                <a:cs typeface="Consolas"/>
              </a:rPr>
              <a:t>a = 0.92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9C977-DD37-4F35-988B-13D5D012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model_accuracy = 0.92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5E00E-7DBB-4461-AFF3-EE79872F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4476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27091-8AED-4042-A60C-B008F0B7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476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858CA-C72F-4E8E-BBC1-6F29C72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1627A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51627A"/>
                </a:solidFill>
                <a:latin typeface="Consolas"/>
                <a:ea typeface="Consolas"/>
                <a:cs typeface="Consolas"/>
              </a:rPr>
              <a:t>b = "heart"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9FB10-34ED-4D9A-8E4C-ABEA4AA0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project_topic = "heart"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CE591-E25B-4AF2-A9E0-E883B29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科研项目会持续很多周。清楚的变量名是在帮未来的自己省时间。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46168-5FBC-43A6-A3DA-E97D59B5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A430C-6A7F-441C-8609-0AC044A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06284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8748C-1C98-4FFC-A45E-3BF55372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977A9-7618-4A4F-8F93-24DD1CA3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f-string 让输出更像一句自然的话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3B069-50DE-4F13-88A0-98CF1B93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88A54-1DC6-4BB7-BE48-34E204A8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990600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B9CFC-C0D6-4DA4-8D4A-254EB4C2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9144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4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name = "Mia"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topic = "medical AI"</a:t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4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print(f"{name} studies {topic} for {hours} hours each week.")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96138-68CD-4C20-A07E-23C32BD1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大括号里的变量会被替换成当前值。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BA02B-F492-4765-9E52-6E29CD8A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2D4F9-FE23-497A-86BE-A09B3E27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836799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3D3E84-1285-4C1B-B565-D678F42A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650C1-F056-4641-ACB1-79C2760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input() 可以从用户那里拿到信息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9B5C-EA12-4319-9AD6-BDB95BE9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B36E8-9792-48D2-AA55-0AD4F52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48006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1FF96-8ED4-4FB4-86ED-26DE5BAB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1649E-93C2-4DDD-944C-273507F5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name = input("Your name: ")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print(f"Hello, {name}!")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C95E6-1CA7-49AC-A488-870F0139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191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321DA-80A8-4EA8-BB1A-01A65F0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注意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5B246-C201-4C73-A849-8ACAED3A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input() 得到的内容默认是 str。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如果要做数学计算，通常要先转成 int 或 float。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CC982-6AD3-4566-B3FF-A05DCC9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EDF46-F62F-4C25-AC43-E9651B1C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1417117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1DB61-8501-4386-A814-7BE0F21B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0AAE1-61F8-491B-805B-13F5409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把输入转成数字后，才能计算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111F6-EA80-4251-B6B6-CAB2C511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E49B5-10AE-4661-A375-425286E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9906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869A2-F652-4E90-9650-2AF607C6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57400"/>
            <a:ext cx="9144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hours_text = input("Study hours: ")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= float(hours_text)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next_week = hours + 1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0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0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print(f"Next week goal: {next_week} hours")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95070-B8F5-4860-A7C3-52299A6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小练习：把 float 改成 int，输入 2.5 会发生什么？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47630-CFBD-457A-A503-C058B4C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837AA-A979-41A3-BE29-CCB1BF7C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036679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3963FD-3AFF-4C79-931C-2C3D1A6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A606C-3B56-4ED4-9FD4-EEFA21AC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除法、整除和取余会在第 2 课继续用到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61196-2750-4DC8-9668-046E70E9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DF123-7123-4CA5-BE22-F893E816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762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F9537-E852-45F2-BD32-2A1FE521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87 /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5D8F7-D8E5-447B-8665-74B864C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普通除法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5F50A-9498-441A-9B47-71E78BD1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052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3.48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71282-CAC9-49B8-AADB-C3852F8A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2762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1E043-B5B8-4D47-891C-808A3053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0E9E6E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E9E6E"/>
                </a:solidFill>
                <a:latin typeface="Consolas"/>
                <a:ea typeface="Consolas"/>
                <a:cs typeface="Consolas"/>
              </a:rPr>
              <a:t>87 // 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7F2C6-3F1C-442D-BE1B-61CAF178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整除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B3F77-D70C-4CCC-BF64-B4DF6688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BE28B-632D-4C3F-A4D5-E3BE218F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762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B1172-B1F8-428C-BAB6-7C40E9B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3A400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3A400"/>
                </a:solidFill>
                <a:latin typeface="Consolas"/>
                <a:ea typeface="Consolas"/>
                <a:cs typeface="Consolas"/>
              </a:rPr>
              <a:t>87 % 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6EF6D-73B9-4CE1-9E50-4D5BB5A7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取余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33D1C-1940-41BC-82A8-96980160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158D2-8A8C-415E-B1AA-BC22939A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预告：第 2 课会用 // 和 % 做硬币兑换与条件判断。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A9027-D829-47EF-82A5-0B1679BC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FB9F6-3560-4964-A3F8-DF5123CC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518195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2332C-2169-43D7-B144-2FBB46D9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C0A63-BD52-4B2B-BC20-FCFBD43F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把今天的概念合成一个小档案程序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BAC66-05F5-4008-ACC7-9F72A998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001D2-7835-40B4-9FB3-107E49B3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102870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449EE-167E-4463-B276-AE061B3A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95250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# Class 01 mini profile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name = input("Name: ")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age = int(input("Age: "))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topic = input("Research interest: ")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= float(input("Weekly study hours: 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print(f"{name}, age {age}, wants to study {topic}.")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print(f"Next week goal: {hours + 1} hours.")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6BB4A-C1D3-40CA-A5AD-1E2315D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当堂挑战：运行一次，并保存输出截图或 notebook 链接，等待提交入口发布。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180D1-4550-40AA-9026-EB6A62D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8115A-CC69-47E7-8EAF-540ED689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397020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E2571-402A-4CF8-9BAC-344B25D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9ACDE-3C65-40D7-AB59-7FD2C25C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先把小档案程序拆成 4 个可检查步骤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499A8-431C-4B1F-9D1C-6E03487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9C125-7647-41A0-A74A-40F036D6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0D12F-BFC8-47D3-983D-C8227762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A1917-A14F-41CE-864D-D18746E6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9C914-8EFA-47AC-B55B-C092EB0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85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收集信息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3A17-0E30-4E63-B565-68027EC6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用 input() 问姓名、年龄、兴趣和学习时间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C184F-3AAA-4F39-9ACB-394E6D89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960CB-CF12-4535-9CDB-B4DE027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3C209-7C7A-402F-B4F7-827E4683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203E4-F7BF-4007-8659-2B3BFBA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85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转换类型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3C2C8-3994-421B-A6A8-908A7E94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年龄用 int()，学习时间用 float()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15BC0-C1EB-4842-B7EF-78D9F2A6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902A2-1E4D-4A6A-B52B-7DE481C8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3864C-3721-408D-AE69-D57E0C1F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EE686-DAA4-4C8F-AD4F-53F41500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05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保存变量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7552C-A6EE-433A-BDF5-C7990D4C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86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变量名要清楚，之后才能继续使用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049EB-5AE0-4975-8EE4-FFA1DDB9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26711-4945-4C18-99DA-BD6DAB26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7B15B-E298-4EC4-BAFC-B70DF92C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D16A6-5781-45D5-A8AD-7901A6F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组织输出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55C36-1BCB-4E7E-9D14-9FAC706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用 f-string 把结果写成完整句子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4A49A-8C26-4534-915B-ED9D4659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625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写程序时不要一次写完。每完成一步，就运行一次。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62241-FECA-4570-A340-D84261FF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DCE67-AE06-41F1-87F3-FA2E31AE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452947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AC335-E331-4315-9A53-06431AFB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12398-AAF2-4E59-94A9-9F8994D7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练习 1：把变量名改成别人也看得懂的名字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D0F15-3437-4A4E-A1C3-0278EE75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7D870-657C-41F4-837D-33C30332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47625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5D7F1-4EB4-4914-A16A-0FA79D06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先看到这段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E5568-EF64-46CC-BCDA-2E098ED5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3429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225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25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a = "Mia"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25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25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b = 16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25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25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c = "biology"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25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25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d = 4.5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9A172-1F6C-4A50-9693-AF275634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47625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47B5A-2ED4-44CE-AD5C-76E69B00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改成这样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AE254-CF1F-4797-9643-B4589F5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3771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student_name = "Mia"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student_age = 16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research_topic = "biology"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weekly_hours = 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B9297-8A86-40DC-AA52-25BB399A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435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好变量名会让 debug 变简单，也会让老师更容易看懂你的思路。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7DFF-1BE5-46F0-817A-A092335F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1A1C3-7764-46D1-BF0F-F4561621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049320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FB188-694E-4C6C-AAE8-E59D117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AB970-8CDE-462C-9856-6837327A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练习 2：让输出像一段研究自我介绍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1CAB4-A58F-4D8D-8576-58F1196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93E97-0256-434C-80E2-3067B3D8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10287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1D00E-BE7F-4757-9859-9C2C0C46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28800"/>
            <a:ext cx="9334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name = "Mia"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topic = "medical AI"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hours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print(f"My name is {name}.")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print(f"I want to study {topic}.")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print(f"I can spend {hours} hours each week.")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A1278-38FA-41D1-AD7B-5F6A31B3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2628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7CDFE-95B9-42AC-B5BC-9FD9B841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把 topic 换成自己的兴趣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5EAD7-08F7-461F-97D0-557A2864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628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3004F-A8C2-49F4-8D6F-29ACD834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768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把 hours 改成自己的时间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DA12A-E184-4FA1-A2E8-EA08AA76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2628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67F97-2B5B-4E28-9F37-051827E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再加一行 why 说明原因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32FA1-61E0-4C7B-8B0C-90392E4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5E950-8D13-4C87-990E-22C7E338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760561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06D40-92EF-423C-8802-39433530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AE276-27CB-42D1-9B2F-BC1F64E9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常见错误 1：NameError 通常说明名字没有定义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E9962-1E98-434A-A74D-02B62811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1B5F8-AB0A-417B-9A4F-4F15937F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ACFE4-5534-4FF4-9C86-66343834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38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会报错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AD83B-029E-4BCD-AE6E-5467C8FE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name = "Mia"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2325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print(nmae)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0E510-FAD4-454B-9DA4-4AC9793C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4762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4B587-9961-4509-974B-D7E1AD5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检查方法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E2CE6-BF24-4F5C-BA7F-7FCB8442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变量名有没有拼错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大小写是否一致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是不是先使用、后赋值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1CD19-C473-41DC-8FEE-89C5C43C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很严格：name 和 nmae 是两个完全不同的名字。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FC3EA-4F6A-48E7-AA5A-50BCA18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4C6DA-26CE-4955-8EC3-ECF84814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098462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E1975-2E8B-499B-B756-FBE40D85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545FE-38D9-44E8-8D97-C8342A4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常见错误 2：TypeError 经常来自文字和数字混用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0AA80-C684-459C-870D-CD8D9F80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12AD3-CD98-4A4B-80B4-EA2AA190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9906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9525">
            <a:solidFill>
              <a:srgbClr val="0B12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C5D3F-B6A8-4C0A-B6DB-DE6266E0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336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age = input("Age: ")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2325">
                <a:solidFill>
                  <a:srgbClr val="E8F3FF"/>
                </a:solidFill>
                <a:latin typeface="Consolas"/>
                <a:ea typeface="Consolas"/>
                <a:cs typeface="Consolas"/>
              </a:defRPr>
            </a:pPr>
            <a:r>
              <a:rPr sz="2325">
                <a:solidFill>
                  <a:srgbClr val="E8F3FF"/>
                </a:solidFill>
                <a:latin typeface="Consolas"/>
                <a:ea typeface="Consolas"/>
                <a:cs typeface="Consolas"/>
              </a:rPr>
              <a:t>next_year = age + 1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5E1F9-0DAE-4FF5-810A-385FACE1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4191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E2C69-D522-4BD7-BE1F-71168F2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input() 得到的是文字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8F46F-49BF-464A-9752-AA9BBBC4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191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06F08-C5C2-4CEF-807A-B0BBF6DF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43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先 int(age)，再 + 1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46413-1372-4BE7-B6D7-EEF4372F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768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92B6F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92B6F"/>
                </a:solidFill>
                <a:latin typeface="Consolas"/>
                <a:ea typeface="Consolas"/>
                <a:cs typeface="Consolas"/>
              </a:rPr>
              <a:t>修正：next_year = int(age) + 1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83822-1FCF-4A06-8BE3-1EE069B6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DED71-A55D-4265-9026-E5C74A0C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937761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386D8-AB88-4901-ACC5-1B2477B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6E45E-61B2-447A-8F2B-2347ED12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常见错误 3：ValueError 说明转换目标不合适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7B1F-5FF2-404B-972F-B37D1A7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8D790-E20F-40FF-8730-0971D60A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19250"/>
            <a:ext cx="438150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7B6E-39F1-494E-BEB6-E66F187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这句可能失败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2E4B4-29B5-4DDB-BB6A-CBCFA81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>
                <a:solidFill>
                  <a:srgbClr val="10213F"/>
                </a:solidFill>
                <a:latin typeface="Consolas"/>
                <a:ea typeface="Consolas"/>
                <a:cs typeface="Consolas"/>
              </a:defRPr>
            </a:pPr>
            <a:r>
              <a:rPr sz="2250">
                <a:solidFill>
                  <a:srgbClr val="10213F"/>
                </a:solidFill>
                <a:latin typeface="Consolas"/>
                <a:ea typeface="Consolas"/>
                <a:cs typeface="Consolas"/>
              </a:rPr>
              <a:t>age = int("2.5")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3AA3-B7D0-4D5B-914B-0259E422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"2.5" 不是整数写法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7159C-8E19-4912-8DB3-33A8D58C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38150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63AC6-EC9C-4785-91CD-80E0C30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根据数据选择转换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1AF50-368A-4812-BA27-2B253ECC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2175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int("16")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2175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float("2.5")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2175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str(2026)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56667-9164-4246-9036-7CA9457B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673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看到 ValueError 时，先问：这个文字真的能变成我要的类型吗？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BF9B2-FA64-4184-B063-A3516951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D9A91-3ADA-4DD2-ABB4-61FA3354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405861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10926-1C39-4C17-B18C-E84BBE6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CEA22-9EBB-414C-B061-35C13C5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小测：先判断类型，再运行验证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AE002-DCA6-43D3-B7C8-1A583A3A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587F9-8070-4E19-AFD5-7022417D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13514-9CFE-455C-B628-D0B2CE56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91650-1442-48F1-BA13-1A1DFB82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27EAA-7E3B-4D65-9F83-EAA85A14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可以做整数计算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78606-FFA6-469C-B465-33E20BA7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391CF-AE67-46D7-BDFE-4ADF511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"16"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0257E-04B6-45B1-8C4D-D5A172AF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str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CFBF1-9459-4F35-8636-6BD9A71A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看起来像数字，其实是文字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56B65-FF50-4ED1-A7B9-1C5EC400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737C5-8408-46E7-8417-DA97C386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16.0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1ABA1-BADD-45DB-949E-420E5CDF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float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BF4FB-96ED-4342-BAE2-830FF94A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小数类型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29A4D-675D-44C6-AEF6-CE01C50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9EABF-9B92-4B37-8B60-FBD62267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0D885-FE20-4FC0-B1BD-E76BA4A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bool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2A63C-BBC2-40B5-8BC6-AAB53F6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只有 True 或 False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1AE73-23A8-4EAF-BEAE-0510E751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49DBC-CFF6-46E8-AF81-187DA93E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B63CE"/>
                </a:solidFill>
                <a:latin typeface="Consolas"/>
                <a:ea typeface="Consolas"/>
                <a:cs typeface="Consolas"/>
              </a:rPr>
              <a:t>"True"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F3562-73A1-40D5-8890-E996BE4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str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7CA44-A59B-4192-97C2-6B93FEF7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加了引号就是文字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D92DB-C16D-42A7-A76F-5F3EE1E1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959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92B6F"/>
                </a:solidFill>
                <a:latin typeface="Consolas"/>
                <a:ea typeface="Consolas"/>
                <a:cs typeface="Consolas"/>
              </a:rPr>
              <a:t>验证方式：print(type(value))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1989C-13BC-4E90-9AFA-F2DA8139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C8230-77C5-4DE3-9177-D0F68A79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252021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47F9A1-561E-49C9-896A-9EDA4566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A8057-B8D3-453E-BE35-B781C412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同伴检查：别人能不能看懂你的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02175-5CC6-4A7D-BA65-F47D4E7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C370-BC7A-4C49-93FF-D252BFE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43050"/>
            <a:ext cx="4419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972C2-BF30-4499-9EFA-3F9083D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33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命名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B84ED-6D44-4D7B-96BE-2D22CF69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变量名能看出含义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8D2F2-2621-49A3-86F0-D498E9E0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4419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E7748-9ECB-4616-9C45-1A7DBCD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0C7B4-87C4-42AA-B8D1-9C101D8C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从上到下运行不报错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E78F9-EB5C-42F8-8F8F-4868D84C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419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337E7-8058-4C4B-B86E-C497466D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20015-75E3-4F27-8C0C-81EA35B1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结果不是一堆孤立数字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18FDD-B221-4169-A4BD-31E4CF65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4419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7A92E-2FBA-41DD-91DF-A6345E1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672EE-1E92-47CF-B8C2-E78165F6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14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至少有 2 行注释说明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2BF27-F636-40AB-891C-18A855EB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4419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C83F8-EA56-4223-AA2C-1B23BD59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9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整洁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3352B-84C4-46BC-B508-345A8191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删掉无关测试代码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634C7-DF90-4D44-ADFD-CD26E614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检查时不要直接替对方写答案，只指出哪里看不懂。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176D6-517E-4F45-8196-D17DBAA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1F8EF-4E87-4A9F-A18F-83847EC5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67013589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F1D2E-F10F-4D0D-A1E2-05715AF5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0777F-2149-41CB-83BA-AA2AA47E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把 notebook 写成研究记录，而不是只写代码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46DBE-BA65-4E43-AB25-E6AC677B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AAD88-35F3-42D7-B87B-5067D0B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47625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9524A-8516-4C35-B473-805DBD29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代码 cell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3AE46-DE3D-45DE-BA5A-0050687A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保存变量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运行计算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打印结果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检查类型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24CBD-D81B-4815-AB44-8A109095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47625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1FB7F-7B61-4203-8D29-364C7C6C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文字说明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DA068-311D-4BB4-8552-D5A0A339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3333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这段代码想解决什么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变量代表什么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输出说明什么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下一步想改什么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435F4-5892-4EC3-B556-E3A8A829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AI 科研项目最后看的不是代码量，而是代码能不能支持一个清楚的问题。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9404B-41DA-44D9-BA34-A5285BE1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4A639-764F-4824-A8F3-007E5C13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9846736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308E7E-8816-4D22-A802-82F2CF20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73A00-6E5C-40D7-B78F-6B7854C9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加分挑战：从 3 个方向里选一个扩展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E10BC-D54D-4AB8-AFDD-02EC057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A69B0-030B-473E-ADF7-E066590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C5A20-08A1-471D-BAEA-EE89BDC6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学习计划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03682-C1AB-4CC6-BC95-53A208FC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输入本周可用时间，输出下周目标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0D9A6-F1CC-446F-AF2C-9808D8ED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28575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13489-E6C4-4004-A56E-E3B9610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兴趣档案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50134-075B-4744-9F9E-2298747B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输入研究兴趣，输出一句项目介绍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802-B50E-47F8-A523-C6178CCB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28575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CE1CE-36CB-497D-B363-6E14FA8C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简单计算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1DD3D-26E2-420F-97A8-3E475388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输入两个数字，输出总和与平均值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B32C3-0E0B-4C16-99D1-79A39A8C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选一个就够。重点是能运行、能解释、能修改。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4416F-3CD6-4015-A78E-3CB7F2B7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A0D09-B4BF-42B1-8F4F-9C08F46B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5203981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169F82-8E09-476F-87E5-C2DE8973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4D9AC-902B-4CE9-B272-2C68CE24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老师巡回时重点看这 3 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74A60-E8F2-428C-AD47-AA6C0680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306DA-CE23-4569-833C-98B98735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914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B0E9E-9E0A-4117-8F57-715DEFA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66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9DE2D-EB20-4EC6-AD83-406FB2D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能否运行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4759E-BDF1-4936-A18E-4757F670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954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如果报错，先读最后一行错误信息。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8B91E-032A-4B2F-B252-0C2C2AA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914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1AC90-ECB2-4212-9AC8-0284B92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67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9E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F4061-AF48-42E1-AF51-65C33A97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能否解释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86A07-EFED-469E-9643-99479C66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说清每个变量代表什么。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692E3-5F11-4AC5-AA69-ECDC4C22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14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71917-214D-4B5E-B53E-AE690E94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67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10044-F894-40C4-8D17-8DBE233A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能否修改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ED426-F958-45EB-A65C-14C41FC5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换一个输入，输出也应该跟着变。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45632-29E0-4142-B40D-F526A0A0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FFC2A-76C9-40F4-9984-4638962F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044389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CFA5C-912E-4D23-8581-D748C7E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55F48-72EE-4063-BD94-FB19AB88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提交前最后整理：让文件像一个完成品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59A01-2ED0-4AC5-BF0C-40092FE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9F417-BAA9-4C84-A72E-60DC8EE0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9906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DBE5C-A9CE-4914-8655-BEDA4B31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292A2-4C66-46B3-901D-FED94DCD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050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B5462-31DD-4709-96CB-B6BDF14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文件名包含 Class01 和自己的名字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44C8F-BEDF-4BA0-8D40-1CFD686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36D67-06B8-46B5-A863-2E9C2F0E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622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97221-616B-4E59-8003-F84AFBE5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146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所有 cell 从上到下重新运行一次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39434-9F8C-44C3-8B43-A3BEEC75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794CD-F5E9-45B8-B8B6-B81B22E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31620-376D-4505-AC54-3F4B601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输出结果保留在 notebook 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E6AE6-2A58-4D60-BB4B-65EB796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159FB-0F86-47E9-AA4F-7B8E5548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D069C-F13E-4BC0-B4E0-BB3558F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删除明显无关的测试 cell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AAA88-82E1-4DA0-A65C-56553426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9B2B8-5F42-4EAB-9B71-388A036B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338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C68B5-1A82-445F-9397-A1D40B36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确认链接或截图已经准备好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F22A4-C722-475A-83C7-37F8B85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提交方式和截止时间会课后统一通知。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FE5DA-1521-4C6A-847C-2372FDAC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F3C27-60E6-41AE-B747-18FFFB2B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9109294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E5DE2-9904-40A1-90FE-BCE83EC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PYTHON FOR AI RESEARCH | CLASS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50B6E-B9A4-44DB-BAE4-32D86D8C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下节课我们让程序开始做判断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0F5-31F9-420F-A807-27FD389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400"/>
          </a:solidFill>
          <a:ln xmlns:a="http://schemas.openxmlformats.org/drawingml/2006/main" w="0">
            <a:solidFill>
              <a:srgbClr val="F3A4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C1CA4-E781-4449-ADB4-A430704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4953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7EEB2-F04A-437D-815C-3170A401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今天你已经完成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C5A7D-127C-41E1-9705-2CFC75C6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明确作业要求和提交节奏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理解 15 节课学习路径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运行第一个 notebook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0213F"/>
                </a:solidFill>
                <a:latin typeface="Microsoft YaHei"/>
                <a:ea typeface="Microsoft YaHei"/>
                <a:cs typeface="Microsoft YaHei"/>
              </a:rPr>
              <a:t>• 练过变量、类型和输入输出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DAD59-AC4F-4ABE-9601-2BCFB6F1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40005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F2B8F-5A61-4977-AB07-C24675D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A400"/>
                </a:solidFill>
                <a:latin typeface="Microsoft YaHei"/>
                <a:ea typeface="Microsoft YaHei"/>
                <a:cs typeface="Microsoft YaHei"/>
              </a:rPr>
              <a:t>Class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F7500-D265-46AC-9AD9-6DDDA362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146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Control Flow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B6F"/>
                </a:solidFill>
                <a:latin typeface="Microsoft YaHei"/>
                <a:ea typeface="Microsoft YaHei"/>
                <a:cs typeface="Microsoft YaHei"/>
              </a:rPr>
              <a:t>条件判断、循环、比较和逻辑运算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872A4-A9FC-44EA-8CD6-5D3190D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目标：写一个能根据输入做判断的小程序。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239C4-BF1C-453E-B0CB-CFF53B1F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1627A"/>
                </a:solidFill>
                <a:latin typeface="Microsoft YaHei"/>
                <a:ea typeface="Microsoft YaHei"/>
                <a:cs typeface="Microsoft YaHei"/>
              </a:rPr>
              <a:t>MeritPoint Academy / 恒点学术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BF507-058A-4ADC-BCF6-553AF454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63CE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726318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2026-07-05T23:25:20.7010000Z</dcterms:created>
  <dcterms:modified xsi:type="dcterms:W3CDTF">2026-07-05T23:25:20.7010000Z</dcterms:modified>
</coreProperties>
</file>